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03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Copilot for </a:t>
            </a:r>
            <a:r>
              <a:rPr lang="en-US" sz="40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Smarter</a:t>
            </a:r>
            <a:r>
              <a:rPr lang="en-US" sz="4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Inventory Decisions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spreadsheet. Get AI-powered business decisions.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617720"/>
            <a:ext cx="3566160" cy="457200"/>
          </a:xfrm>
          <a:prstGeom prst="roundRect">
            <a:avLst>
              <a:gd name="adj" fmla="val 36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 in  →  decisions out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544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5687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74151"/>
                </a:solidFill>
                <a:latin typeface="Segoe UI" pitchFamily="34" charset="0"/>
                <a:cs typeface="Segoe UI" pitchFamily="34" charset="-120"/>
              </a:rPr>
              <a:t>Inventra</a:t>
            </a:r>
            <a:r>
              <a:rPr lang="en-US" sz="1400" dirty="0">
                <a:solidFill>
                  <a:srgbClr val="374151"/>
                </a:solidFill>
                <a:latin typeface="Segoe UI" pitchFamily="34" charset="0"/>
                <a:cs typeface="Segoe UI" pitchFamily="34" charset="-120"/>
              </a:rPr>
              <a:t> Team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1417320"/>
            <a:ext cx="438912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50800" dir="5400000" algn="bl" rotWithShape="0">
              <a:srgbClr val="10182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1636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Brief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0" y="1673352"/>
            <a:ext cx="201168" cy="201168"/>
          </a:xfrm>
          <a:prstGeom prst="ellipse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2075688"/>
            <a:ext cx="384048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HEALTH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0" y="2514600"/>
            <a:ext cx="384048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2514600"/>
            <a:ext cx="3149194" cy="14630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715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r>
              <a:rPr lang="en-US" sz="10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/ 100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3172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30-DAY DEMAND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33488" y="4114800"/>
            <a:ext cx="365760" cy="457200"/>
          </a:xfrm>
          <a:prstGeom prst="roundRect">
            <a:avLst>
              <a:gd name="adj" fmla="val 10000"/>
            </a:avLst>
          </a:prstGeom>
          <a:solidFill>
            <a:srgbClr val="99F6E4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0416" y="3858768"/>
            <a:ext cx="365760" cy="713232"/>
          </a:xfrm>
          <a:prstGeom prst="roundRect">
            <a:avLst>
              <a:gd name="adj" fmla="val 10000"/>
            </a:avLst>
          </a:prstGeom>
          <a:solidFill>
            <a:srgbClr val="5EEAD4"/>
          </a:solidFill>
          <a:ln/>
        </p:spPr>
      </p:sp>
      <p:sp>
        <p:nvSpPr>
          <p:cNvPr id="22" name="Shape 20"/>
          <p:cNvSpPr/>
          <p:nvPr/>
        </p:nvSpPr>
        <p:spPr>
          <a:xfrm>
            <a:off x="8467344" y="4242816"/>
            <a:ext cx="365760" cy="329184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9034272" y="3657600"/>
            <a:ext cx="365760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986784"/>
            <a:ext cx="365760" cy="585216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420624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4288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98080" y="4489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within 3 days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4245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BUILD WEEK 2026  ·  01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A0B50B3-11BC-EC74-F5A8-67A5935AC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19" y="109728"/>
            <a:ext cx="1035169" cy="10351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4124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SMEs are making inventory decisions blindly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SMEs still run inventory on spreadsheets and gut feel — and the cost compounds every week.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4414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957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Unexpected stockouts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083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6265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 inventory and trapped cash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57530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2958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sales opportunities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1422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965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Slow, reactive decision-making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63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Little real business visibility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194560"/>
            <a:ext cx="4983480" cy="32004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395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PLAYS OUT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02552" y="2761488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Spreadsheets &amp; intuition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55964" y="3218688"/>
            <a:ext cx="164592" cy="146304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6702552" y="3383280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Guesswork &amp; blind spots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55964" y="3840480"/>
            <a:ext cx="164592" cy="146304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4005072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Stockouts &amp; overstock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55964" y="4462272"/>
            <a:ext cx="164592" cy="146304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4626864"/>
            <a:ext cx="4471416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0637215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/>
        </p:spPr>
        <p:txBody>
          <a:bodyPr wrap="square" lIns="0" tIns="20320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mistakes hit </a:t>
            </a:r>
            <a:r>
              <a:rPr lang="en-US" sz="135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revenue, cash flow, and growth</a:t>
            </a:r>
            <a:r>
              <a:rPr lang="en-US" sz="1350" dirty="0">
                <a:solidFill>
                  <a:srgbClr val="F9FA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directly.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4245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BUILD WEEK 2026  ·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Inventra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transforms inventory data into actionable business decisions — from a single spreadsheet upload.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47776" y="2148840"/>
            <a:ext cx="1883664" cy="603504"/>
          </a:xfrm>
          <a:prstGeom prst="chevron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spreadsheet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630272" y="2148840"/>
            <a:ext cx="1883664" cy="603504"/>
          </a:xfrm>
          <a:prstGeom prst="chevron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product recognition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12768" y="2148840"/>
            <a:ext cx="1883664" cy="603504"/>
          </a:xfrm>
          <a:prstGeom prst="chevron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analysis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95264" y="2148840"/>
            <a:ext cx="1883664" cy="603504"/>
          </a:xfrm>
          <a:prstGeom prst="chevron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brief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77760" y="2148840"/>
            <a:ext cx="1883664" cy="603504"/>
          </a:xfrm>
          <a:prstGeom prst="chevron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60256" y="2148840"/>
            <a:ext cx="1883664" cy="603504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decisions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3364992"/>
            <a:ext cx="341162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35844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3506" y="3661258"/>
            <a:ext cx="120701" cy="120701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931920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Health Score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96696" y="420624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stock health in one number.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90034" y="3364992"/>
            <a:ext cx="341162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9490" y="35844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3661258"/>
            <a:ext cx="120701" cy="120701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4609490" y="3931920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Risk 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09490" y="420624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Spots the SKUs about to lose you sales.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02829" y="3364992"/>
            <a:ext cx="341162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2285" y="35844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9094" y="3661258"/>
            <a:ext cx="120701" cy="120701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2285" y="3931920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Business Brief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2285" y="420624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plain-language read on what's happening.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4846320"/>
            <a:ext cx="341162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" y="50657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3506" y="5142586"/>
            <a:ext cx="120701" cy="120701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996696" y="5413248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Center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6696" y="5687568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prioritized to-do list, not just charts.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90034" y="4846320"/>
            <a:ext cx="341162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9490" y="50657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6300" y="5142586"/>
            <a:ext cx="120701" cy="120701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4609490" y="5413248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Copilot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609490" y="5687568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 about your inventory.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02829" y="4846320"/>
            <a:ext cx="3411626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2285" y="50657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99094" y="5142586"/>
            <a:ext cx="120701" cy="120701"/>
          </a:xfrm>
          <a:prstGeom prst="roundRect">
            <a:avLst>
              <a:gd name="adj" fmla="val 22727"/>
            </a:avLst>
          </a:prstGeom>
          <a:solidFill>
            <a:srgbClr val="0F766E"/>
          </a:solidFill>
          <a:ln/>
        </p:spPr>
      </p:sp>
      <p:sp>
        <p:nvSpPr>
          <p:cNvPr id="41" name="Text 39"/>
          <p:cNvSpPr/>
          <p:nvPr/>
        </p:nvSpPr>
        <p:spPr>
          <a:xfrm>
            <a:off x="8222285" y="5413248"/>
            <a:ext cx="2972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Simulator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222285" y="5687568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“what if” before you commit.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4245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BUILD WEEK 2026  ·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&amp; VALUE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Inventra AI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8379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your inventory spreadsheet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47802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44144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automatically understands your products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81528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30449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detects risks and opportunities across every SKU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685032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generates an AI business report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288536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get prioritized recommendations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1783080"/>
            <a:ext cx="480060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77800" dist="50800" dir="5400000" algn="bl" rotWithShape="0">
              <a:srgbClr val="101828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002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INSIGHT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12680" y="1965960"/>
            <a:ext cx="1143000" cy="310896"/>
          </a:xfrm>
          <a:prstGeom prst="roundRect">
            <a:avLst>
              <a:gd name="adj" fmla="val 41176"/>
            </a:avLst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03720" y="235000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Coca-Cola Original 330ml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03720" y="2880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2971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ON HAND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50024" y="3172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units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0" y="2880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971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SALES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290304" y="3172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units / day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375818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current velocity, roughly </a:t>
            </a:r>
            <a:r>
              <a:rPr lang="en-US" sz="9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days of stock cover</a:t>
            </a: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remain.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4114800"/>
            <a:ext cx="4251960" cy="621792"/>
          </a:xfrm>
          <a:prstGeom prst="roundRect">
            <a:avLst>
              <a:gd name="adj" fmla="val 1029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4187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86600" y="43708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Reorder inventory within 3 days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5029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303520"/>
            <a:ext cx="25358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 stockouts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7692" y="5303520"/>
            <a:ext cx="25358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revenue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8144" y="5303520"/>
            <a:ext cx="25358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cash flow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878595" y="5303520"/>
            <a:ext cx="25358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data-driven decisions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4245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BUILD WEEK 2026  ·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&amp; BUSINESS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822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AI intelligence layer for Cambodian SMEs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2084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96696" y="2322576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Intelligence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53764" y="2331720"/>
            <a:ext cx="36576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495648" y="19202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5104" y="2084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TOMORROW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15104" y="2322576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171" y="2331720"/>
            <a:ext cx="365760" cy="27432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4055" y="19202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3511" y="2084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33511" y="2322576"/>
            <a:ext cx="2761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Operating Copilot for SMEs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3401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WE SERVE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" y="385876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70248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" y="44256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37176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1832" y="49926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04104"/>
            <a:ext cx="4983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17780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1832" y="5559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197864" y="3703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FMCG distributors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7864" y="4270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 marts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97864" y="4837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SMEs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97864" y="5303520"/>
            <a:ext cx="44805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Inventory-driven businesses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401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3703320"/>
            <a:ext cx="50292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9044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Software-as-a-Service (SaaS)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75120" y="4343400"/>
            <a:ext cx="1420368" cy="4572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05216" y="4343400"/>
            <a:ext cx="14203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735312" y="4343400"/>
            <a:ext cx="142036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75120" y="4983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tiers scale with store count, SKU volume, and AI usage.   [Pricing TBD]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7240" y="5943600"/>
            <a:ext cx="10637215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 moves SMEs from </a:t>
            </a:r>
            <a:r>
              <a:rPr lang="en-US" sz="1250" b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intuition-based decisions</a:t>
            </a: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r>
              <a:rPr lang="en-US" sz="1250" b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growth</a:t>
            </a: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77240" y="641908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INVENTRA AI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42455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BUILD WEEK 2026  ·  05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415</Words>
  <Application>Microsoft Office PowerPoint</Application>
  <PresentationFormat>Widescreen</PresentationFormat>
  <Paragraphs>109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Inventra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Inventra AI Pitch Deck</dc:title>
  <dc:subject>PptxGenJS Presentation</dc:subject>
  <dc:creator>Inventra AI</dc:creator>
  <cp:lastModifiedBy>Kim Boreaksatya</cp:lastModifiedBy>
  <cp:revision>2</cp:revision>
  <dcterms:created xsi:type="dcterms:W3CDTF">2026-08-30T03:38:25Z</dcterms:created>
  <dcterms:modified xsi:type="dcterms:W3CDTF">2026-08-30T03:44:31Z</dcterms:modified>
</cp:coreProperties>
</file>